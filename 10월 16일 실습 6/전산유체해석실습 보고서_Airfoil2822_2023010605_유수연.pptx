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4" r:id="rId4"/>
    <p:sldId id="265" r:id="rId5"/>
    <p:sldId id="266" r:id="rId6"/>
    <p:sldId id="272" r:id="rId7"/>
    <p:sldId id="268" r:id="rId8"/>
    <p:sldId id="267" r:id="rId9"/>
    <p:sldId id="270" r:id="rId10"/>
    <p:sldId id="271" r:id="rId11"/>
    <p:sldId id="273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/>
    <p:restoredTop sz="94638"/>
  </p:normalViewPr>
  <p:slideViewPr>
    <p:cSldViewPr snapToGrid="0">
      <p:cViewPr varScale="1">
        <p:scale>
          <a:sx n="111" d="100"/>
          <a:sy n="111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5F320-0BA0-934E-BEB5-C63575E9E27D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276A5-92BB-034C-BAD8-C5B0AE0D29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123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0EB2C-4141-6EB0-CF31-EECD087E2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4E5252-ABF1-5A80-83EA-0F429133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9A7DB-945C-FC62-588D-DECCA31F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EFAAB-F0D5-93A5-0420-57D59531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A0F1F-CD95-2ADC-5735-50D2B058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336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E79A7-E746-48B6-9586-DD1F56F0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98F21-3805-DC3F-7391-372734F8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FDF4E1-6B8B-8D65-5843-E9DA5308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0D1B9-26B3-CB3D-457A-E423E081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4EAECC-99F3-73D9-0A09-DFEE0911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182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04A07-4492-2E96-5055-898D3193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841A7C-F83E-575C-E5BD-D8B772020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99D7AF-45B6-1B13-23B2-CBC2BB7F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703BC-94BD-92DF-4DAF-FA63B9B1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5664D-8A63-C0CF-80E7-672B25E1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139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9E62-12E2-48EF-2B48-B03C76FA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3EB30F-49AA-1876-A3A8-B5B75C8D6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500DAD-EECB-5F51-946B-95AE34304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78C835-2D7B-C1D2-8C35-6FA556BA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B9EC01-C59F-E535-88E5-063C6998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882BD6-975D-8891-F433-AEC07F60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133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4B3C5-F743-82A1-6BF1-FF80D5C5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4CBE98-DD71-BA6A-334E-4FB34CBE2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201B7-700F-B28B-A7CD-1C2FE4A26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2B231-2119-01DF-631F-050700EEA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512946-3487-A2D9-282D-A55D6BCCD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0DD54C-E2C4-A136-9F26-C41C1A09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840A3B-EC5E-ACF3-E95E-BCAED04C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7D9D11-E414-BE4A-0833-BCE42F63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666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C2CBD-F75F-C277-BCEA-3EBEAC52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21E3AE-32F4-C435-E30B-5D156966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CA4F2B-316D-A6D6-12B4-142EBBC2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17DA0F-6481-DDB7-06F5-41B5C52E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085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0D398D-EFFA-64EA-9AFB-6187762A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20B096-BC1A-D274-999A-A194BD2B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D8535-772A-61C8-BC54-7370C11B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185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8CE0D-7DCC-7276-8F4E-D74222FC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D4B2-408B-085A-083B-25AB276C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0FA66F-B853-019C-31EE-DFEE55BCA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5AD806-479B-AB48-5B8B-DFAB5C9D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54F6CC-1740-3C5D-B924-48E4FF31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AF5A58-9618-F3DD-C83B-062D071A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822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D6581-D60B-14A7-A810-008EC735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97C583-5027-07FB-7808-875F54628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92B5CF-76E3-E6CA-07F2-AB00E4E43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703CBD-0B0F-7313-F519-F053C686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B8072D-99CD-4623-06D0-A3AE11D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935B0A-C960-0A75-93B0-9747F1AD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297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55783-DA3E-C66F-5B10-70A09089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6C9046-F8FC-D6D5-D5A4-92CD4AF7D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941108-0B1B-7753-1763-C2753CED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B05A6-8BAE-FA4A-A534-AC639E9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E4747-6E7E-15CF-6DD3-EAB69EDC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587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061755-DCF2-5EE9-B5D8-F6CF6E507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A04631-607C-99BA-0B54-08F4E68C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01819-8CD9-BF43-EBD8-964CE156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92570-E609-6299-85C9-1214E41D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9B83E9-399D-311F-6B15-6960D9E9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74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FA25B2-B229-BE56-CF93-292142CF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7FA9C-D323-E425-DCE8-7A8CD93F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B4EDC-24E3-58BD-E9F7-40732E454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2EDB4-4248-0D4F-A2E0-3494E2E745D6}" type="datetimeFigureOut">
              <a:rPr kumimoji="1" lang="ko-KR" altLang="en-US" smtClean="0"/>
              <a:t>2025. 10. 16.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7EFD2E-B472-F059-68FB-18A8FCEDF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B3E17-A478-8239-A997-004FC02CF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644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B3185-64CD-BA5C-98D3-355E0208B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6777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b="1" dirty="0" err="1">
                <a:latin typeface="Gill Sans" panose="020B0502020104020203" pitchFamily="34" charset="-79"/>
                <a:ea typeface="Gmarket Sans Bold" panose="02000000000000000000" pitchFamily="2" charset="-128"/>
                <a:cs typeface="Gill Sans" panose="020B0502020104020203" pitchFamily="34" charset="-79"/>
              </a:rPr>
              <a:t>전산유체해석실습</a:t>
            </a:r>
            <a:r>
              <a:rPr kumimoji="1" lang="ko-KR" altLang="en-US" b="1" dirty="0">
                <a:latin typeface="Gill Sans" panose="020B0502020104020203" pitchFamily="34" charset="-79"/>
                <a:ea typeface="Gmarket Sans Bold" panose="02000000000000000000" pitchFamily="2" charset="-128"/>
                <a:cs typeface="Gill Sans" panose="020B0502020104020203" pitchFamily="34" charset="-79"/>
              </a:rPr>
              <a:t>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E965E2-4E94-792D-1556-8F2A15069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2742" y="4687423"/>
            <a:ext cx="9144000" cy="1655762"/>
          </a:xfrm>
        </p:spPr>
        <p:txBody>
          <a:bodyPr>
            <a:normAutofit/>
          </a:bodyPr>
          <a:lstStyle/>
          <a:p>
            <a:pPr algn="r"/>
            <a:endParaRPr kumimoji="1" lang="en-US" altLang="ko-KR" sz="2000" b="1" dirty="0">
              <a:latin typeface="Gill Sans SemiBold" panose="020B0502020104020203" pitchFamily="34" charset="-79"/>
              <a:ea typeface="Gmarket Sans Medium" panose="02000000000000000000" pitchFamily="2" charset="-128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 dirty="0">
                <a:latin typeface="Gill Sans SemiBold" panose="020B0502020104020203" pitchFamily="34" charset="-79"/>
                <a:ea typeface="Gmarket Sans Medium" panose="02000000000000000000" pitchFamily="2" charset="-128"/>
                <a:cs typeface="Gill Sans SemiBold" panose="020B0502020104020203" pitchFamily="34" charset="-79"/>
              </a:rPr>
              <a:t>10</a:t>
            </a:r>
            <a:r>
              <a:rPr kumimoji="1" lang="ko-KR" altLang="en-US" sz="2000" b="1" dirty="0">
                <a:latin typeface="Gill Sans SemiBold" panose="020B0502020104020203" pitchFamily="34" charset="-79"/>
                <a:ea typeface="Gmarket Sans Medium" panose="02000000000000000000" pitchFamily="2" charset="-128"/>
                <a:cs typeface="Gill Sans SemiBold" panose="020B0502020104020203" pitchFamily="34" charset="-79"/>
              </a:rPr>
              <a:t>월 </a:t>
            </a:r>
            <a:r>
              <a:rPr kumimoji="1" lang="en-US" altLang="ko-KR" sz="2000" b="1" dirty="0">
                <a:latin typeface="Gill Sans SemiBold" panose="020B0502020104020203" pitchFamily="34" charset="-79"/>
                <a:ea typeface="Gmarket Sans Medium" panose="02000000000000000000" pitchFamily="2" charset="-128"/>
                <a:cs typeface="Gill Sans SemiBold" panose="020B0502020104020203" pitchFamily="34" charset="-79"/>
              </a:rPr>
              <a:t>16</a:t>
            </a:r>
            <a:r>
              <a:rPr kumimoji="1" lang="ko-KR" altLang="en-US" sz="2000" b="1" dirty="0">
                <a:latin typeface="Gill Sans SemiBold" panose="020B0502020104020203" pitchFamily="34" charset="-79"/>
                <a:ea typeface="Gmarket Sans Medium" panose="02000000000000000000" pitchFamily="2" charset="-128"/>
                <a:cs typeface="Gill Sans SemiBold" panose="020B0502020104020203" pitchFamily="34" charset="-79"/>
              </a:rPr>
              <a:t>일</a:t>
            </a:r>
            <a:endParaRPr kumimoji="1" lang="en-US" altLang="ko-KR" sz="2000" b="1" dirty="0">
              <a:latin typeface="Gill Sans SemiBold" panose="020B0502020104020203" pitchFamily="34" charset="-79"/>
              <a:ea typeface="Gmarket Sans Medium" panose="02000000000000000000" pitchFamily="2" charset="-128"/>
              <a:cs typeface="Gill Sans SemiBold" panose="020B0502020104020203" pitchFamily="34" charset="-79"/>
            </a:endParaRPr>
          </a:p>
          <a:p>
            <a:pPr algn="r"/>
            <a:r>
              <a:rPr kumimoji="1" lang="ko-KR" altLang="en-US" sz="2000" b="1" dirty="0">
                <a:latin typeface="Gill Sans SemiBold" panose="020B0502020104020203" pitchFamily="34" charset="-79"/>
                <a:ea typeface="Gmarket Sans Medium" panose="02000000000000000000" pitchFamily="2" charset="-128"/>
                <a:cs typeface="Gill Sans SemiBold" panose="020B0502020104020203" pitchFamily="34" charset="-79"/>
              </a:rPr>
              <a:t>항공기계공학과</a:t>
            </a:r>
            <a:endParaRPr kumimoji="1" lang="en-US" altLang="ko-KR" sz="2000" b="1" dirty="0">
              <a:latin typeface="Gill Sans SemiBold" panose="020B0502020104020203" pitchFamily="34" charset="-79"/>
              <a:ea typeface="Gmarket Sans Medium" panose="02000000000000000000" pitchFamily="2" charset="-128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 dirty="0">
                <a:latin typeface="Gill Sans SemiBold" panose="020B0502020104020203" pitchFamily="34" charset="-79"/>
                <a:ea typeface="Gmarket Sans Medium" panose="02000000000000000000" pitchFamily="2" charset="-128"/>
                <a:cs typeface="Gill Sans SemiBold" panose="020B0502020104020203" pitchFamily="34" charset="-79"/>
              </a:rPr>
              <a:t>2023010605</a:t>
            </a:r>
            <a:r>
              <a:rPr kumimoji="1" lang="ko-KR" altLang="en-US" sz="2000" b="1" dirty="0">
                <a:latin typeface="Gill Sans SemiBold" panose="020B0502020104020203" pitchFamily="34" charset="-79"/>
                <a:ea typeface="Gmarket Sans Medium" panose="02000000000000000000" pitchFamily="2" charset="-128"/>
                <a:cs typeface="Gill Sans SemiBold" panose="020B0502020104020203" pitchFamily="34" charset="-79"/>
              </a:rPr>
              <a:t> 유수연</a:t>
            </a:r>
          </a:p>
        </p:txBody>
      </p:sp>
    </p:spTree>
    <p:extLst>
      <p:ext uri="{BB962C8B-B14F-4D97-AF65-F5344CB8AC3E}">
        <p14:creationId xmlns:p14="http://schemas.microsoft.com/office/powerpoint/2010/main" val="244257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AE88F-7346-3722-8778-47B45C45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B56F419-ABC0-6C5F-5D4E-A53E3E4FD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9BE1EF-82B2-CE09-A468-1A2889D6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0B5CC-4D33-2CC6-C7B3-CCBB464B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Airfoil.DAT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파일을 열어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에어포일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툴즈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속의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airfoil 2822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의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Dat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내용을 복사해 붙여 넣어줍니다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datToGeo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가 열리지 않았기 때문에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</a:t>
            </a: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cmd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켠 뒤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python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과 </a:t>
            </a: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numpy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가 설치되어 있는 지 확인합니다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 marL="0" indent="0">
              <a:buNone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설치가 완료되었다면 </a:t>
            </a: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cmd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열어 다음과 같은 명령어를 입력합니다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 marL="0" indent="0">
              <a:buNone/>
            </a:pP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명령어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– python </a:t>
            </a: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datTogeo.py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)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-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명령어를 입력하면 </a:t>
            </a: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airfoil.geo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파일이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새로고침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되었다는 것을 확인할 수 있습니다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날짜 확인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FE69FF-C8D4-B5D9-8B2C-30EA726B5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592" y="5248985"/>
            <a:ext cx="6360514" cy="1146978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4C37323-112C-7383-703A-B3CAB1082C26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74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45368-2E08-40BC-335A-96A13B09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CD7448C-EB59-3E12-2695-77A8C6FE4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154CB56-3B68-D837-E14D-74E00976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9B5273-2941-235E-99AC-236927F19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gmsh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응용프로그램을 열어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file &gt; open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눌러 </a:t>
            </a:r>
            <a:r>
              <a:rPr kumimoji="1"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airfoil.geo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파일을 열어줍니다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Point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좌표를 다음과 같이 생성해줍니다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다음과 같은 확인은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Edit script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누르면 확인할 수 있습니다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좌표를 모두 입력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또는 변경하였다면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Reload script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새로고침을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해줍니다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E0A8A8DF-C1EB-0BFA-DA30-2C996DFB6093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C430FE-A15E-5018-6DD6-349EBE01A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3" t="36007"/>
          <a:stretch>
            <a:fillRect/>
          </a:stretch>
        </p:blipFill>
        <p:spPr>
          <a:xfrm>
            <a:off x="8181471" y="2223443"/>
            <a:ext cx="3765562" cy="417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4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C58E6-8CCE-E236-2EA5-FA079F34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EFC10E1-9875-4381-36B2-2B417C3CC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707F81-1A58-AB23-DAA8-E5EF1D474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6B1888-7F03-5EC6-79C7-C0388074E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Circle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Y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좌표의 제일 아래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에어포일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Y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좌표의 가장 위쪽 점을 눌러 생성합니다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Line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각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겉부분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에어포일의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앞전과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뒷전에 맞춰 다음과 같이 생성해줍니다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755C5C8-0656-9D53-C8CA-689F16D2AF15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BB49CA-800C-F96A-EE52-429D262D8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50"/>
          <a:stretch>
            <a:fillRect/>
          </a:stretch>
        </p:blipFill>
        <p:spPr>
          <a:xfrm>
            <a:off x="9836163" y="1429001"/>
            <a:ext cx="2197100" cy="4790163"/>
          </a:xfrm>
          <a:prstGeom prst="rect">
            <a:avLst/>
          </a:prstGeom>
        </p:spPr>
      </p:pic>
      <p:pic>
        <p:nvPicPr>
          <p:cNvPr id="7" name="그림 6" descr="라인, 도표, 그래프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7C4042-1CD4-76F7-4BB3-EAD5E7534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084" y="2628135"/>
            <a:ext cx="6613263" cy="38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8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A29484-07F4-BC6D-07CE-0495187D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FE6561-E839-FBE2-63DF-03032F5A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6D7ABB-F2E7-ABA5-FFF6-A603DAEFE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18BB01-680C-BF68-9987-BC5A6E5F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Split Curve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통해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에어포일의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앞전과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뒷전을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나누어줍니다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Transfinite Curve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전체 범위를 잘라줍니다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 </a:t>
            </a:r>
          </a:p>
          <a:p>
            <a:pPr marL="0" indent="0">
              <a:buNone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86EBE73A-0EA4-A9C1-85F2-F67AD59EF76A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412AA2-1552-DC9F-CCB2-6AF6BC9D25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92"/>
          <a:stretch>
            <a:fillRect/>
          </a:stretch>
        </p:blipFill>
        <p:spPr>
          <a:xfrm>
            <a:off x="7327684" y="3997848"/>
            <a:ext cx="4282927" cy="1616750"/>
          </a:xfrm>
          <a:prstGeom prst="rect">
            <a:avLst/>
          </a:prstGeom>
        </p:spPr>
      </p:pic>
      <p:pic>
        <p:nvPicPr>
          <p:cNvPr id="10" name="그림 9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61E2D1-A921-C4CC-3712-C402D890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507" t="93" r="7507" b="62984"/>
          <a:stretch>
            <a:fillRect/>
          </a:stretch>
        </p:blipFill>
        <p:spPr>
          <a:xfrm>
            <a:off x="354540" y="3619721"/>
            <a:ext cx="5646793" cy="25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2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A0B8A-4880-009E-5670-EF1E69CF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9C853C-7E44-3E57-3D46-69971E0D2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0FADE5-295A-8EF8-6074-80858984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4031F-B2D9-503E-58C2-7FF0937A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Plane Surface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각 공간마다의 선을 눌러 격자선을 만들어 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02840C30-DFF8-913C-69A8-D0762197AE08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그림 11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7035D4-3EAE-CEAF-2204-2CF89ABE6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456" y="2125793"/>
            <a:ext cx="7136700" cy="4266350"/>
          </a:xfrm>
          <a:prstGeom prst="rect">
            <a:avLst/>
          </a:prstGeom>
        </p:spPr>
      </p:pic>
      <p:pic>
        <p:nvPicPr>
          <p:cNvPr id="4" name="그림 3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44BECE-E958-8B25-E17F-D98ED319E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911" r="45807"/>
          <a:stretch>
            <a:fillRect/>
          </a:stretch>
        </p:blipFill>
        <p:spPr>
          <a:xfrm>
            <a:off x="596119" y="2000124"/>
            <a:ext cx="3282063" cy="45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8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1DA60-1377-DBFF-2830-E5B508B2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65C1286-3096-5601-F741-D0E4462AB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ADB3C6-0050-75F8-3639-56D2E8E89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68473-F2B4-AB53-7E28-9EF0CAFE0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선을 눌러준 뒤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Reload script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누른 뒤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2D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눌러주면 하단 사진과 같은 모습을 볼 수 있습니다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8E726F1C-09D5-A2F7-1F3B-543CD36D22D6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도표, 라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DFC5D0-2149-12FA-837B-0F7FE728F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29" y="1947960"/>
            <a:ext cx="7762942" cy="43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5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6FB6A-270B-F422-E2D1-92CB306C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D7BEA9F-B189-9118-EF74-82B20451E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91A44B-A071-2B1C-599A-805A351F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269AAB-795A-7F80-7CD1-63B7DAB23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Transfinite Surface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각 공간면을 누른 뒤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e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Reload script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누른 뒤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2D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눌러줍니다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4D7E07E7-F4F8-2935-B562-E9422EE10DFB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6D5C58-55E6-DF1A-AF7F-CCB63304C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1" r="51986" b="33480"/>
          <a:stretch>
            <a:fillRect/>
          </a:stretch>
        </p:blipFill>
        <p:spPr>
          <a:xfrm>
            <a:off x="9479234" y="1181819"/>
            <a:ext cx="2533094" cy="2757319"/>
          </a:xfrm>
          <a:prstGeom prst="rect">
            <a:avLst/>
          </a:prstGeom>
        </p:spPr>
      </p:pic>
      <p:pic>
        <p:nvPicPr>
          <p:cNvPr id="20" name="그림 19" descr="텍스트, 도표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6C06FA-02E0-E8C1-A75C-2C0596D68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515" y="2560479"/>
            <a:ext cx="6410181" cy="41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F2CE7-0EA2-83B4-D3AB-AE8F4199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E3D73AE-40AE-EB35-85A2-741928126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8506928-1346-5FD9-DCE2-A943CE00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CB0436-D495-F849-D550-A806D7118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en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Mesh&gt;Define&gt;</a:t>
            </a:r>
            <a:r>
              <a:rPr lang="en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Recomebine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눌러 각 면을 눌러준 뒤</a:t>
            </a:r>
          </a:p>
          <a:p>
            <a:pPr marL="0" indent="0">
              <a:buNone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다시 </a:t>
            </a:r>
            <a:r>
              <a:rPr lang="en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Reload Script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와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2</a:t>
            </a:r>
            <a:r>
              <a:rPr lang="en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D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4EF07D3D-CA1E-09DD-EBBB-34D93C0FA4E8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B41F81-BAB1-7957-1C6D-9D1295046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50" r="35422" b="22960"/>
          <a:stretch>
            <a:fillRect/>
          </a:stretch>
        </p:blipFill>
        <p:spPr>
          <a:xfrm>
            <a:off x="7532502" y="1305518"/>
            <a:ext cx="4132311" cy="651930"/>
          </a:xfrm>
          <a:prstGeom prst="rect">
            <a:avLst/>
          </a:prstGeom>
        </p:spPr>
      </p:pic>
      <p:pic>
        <p:nvPicPr>
          <p:cNvPr id="7" name="그림 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1FCB90-8EB8-CBD1-5790-D2C6E545C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479" y="2242687"/>
            <a:ext cx="7340425" cy="433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6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43B8B-239A-788E-D84E-1BD594A0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9B09F96-6E6F-AE64-6B47-74B32F80A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1F4891-8091-E45A-7A0E-37803247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153094-B287-E590-ACAF-71B7F4F3A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Edit script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하단과 같이 수치와 이름을 변경해줍니다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61875DCF-CF54-442F-EA88-01FCB8CA87C9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92796F-FCFC-7A52-CA5E-112072F1D5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160"/>
          <a:stretch>
            <a:fillRect/>
          </a:stretch>
        </p:blipFill>
        <p:spPr>
          <a:xfrm>
            <a:off x="675540" y="2157091"/>
            <a:ext cx="5766418" cy="3623856"/>
          </a:xfrm>
          <a:prstGeom prst="rect">
            <a:avLst/>
          </a:prstGeom>
        </p:spPr>
      </p:pic>
      <p:pic>
        <p:nvPicPr>
          <p:cNvPr id="12" name="그림 11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9C9ED8-7E87-135B-487E-E1577FED7E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1" b="62449"/>
          <a:stretch>
            <a:fillRect/>
          </a:stretch>
        </p:blipFill>
        <p:spPr>
          <a:xfrm>
            <a:off x="4864683" y="2437792"/>
            <a:ext cx="6947678" cy="306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0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311B5-3AE2-3565-6275-6231DB74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DF6853-0FB1-A579-0827-BC9476138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198EEC-ACB7-6F6B-EA92-2FA754F8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F0784-40A0-A580-BE38-6754436B5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en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Reload Script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와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2</a:t>
            </a:r>
            <a:r>
              <a:rPr lang="en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D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주면 하단의 사진과 같은 모습이 완성됩니다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967B6331-2EBD-3263-B4D7-43BDA0808DD3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E7A0F4-6137-A59B-BFD2-597E6B9B2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78" y="1755316"/>
            <a:ext cx="7772400" cy="480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9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171D6-D3CC-6CE1-12BB-9F395C93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0AD03A2-A481-7174-120B-ADEA9F7DF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A2E080-0D2C-F97C-2F8C-05F6FCDF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0AA691-05A8-DFB8-2DD0-71131206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Physical Curve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각 겉면을 클릭해 </a:t>
            </a:r>
            <a:r>
              <a:rPr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farfield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이름을 넣어 생성해줍니다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같은 방법으로 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에어포일만을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선택한 뒤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airfoil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의 이름을 넣은 뒤 생성해줍니다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>
              <a:buFontTx/>
              <a:buChar char="-"/>
            </a:pP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File &gt; Export 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눌러 파일 형식을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SU2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지정한 뒤 저장해줍니다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82C3CE9A-8192-C567-40CF-A04C0DCB3530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DB6B16-50CD-D169-3AFB-EBA66868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36"/>
          <a:stretch>
            <a:fillRect/>
          </a:stretch>
        </p:blipFill>
        <p:spPr>
          <a:xfrm>
            <a:off x="583482" y="4928860"/>
            <a:ext cx="5957024" cy="128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7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DD5A3-D49B-84E1-C7EC-0EE3D94D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992A8F1-E040-5BB8-509C-48D043BF8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81A59C-BF77-D8E9-7875-46F5AF80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1BB32-E875-A209-D407-FAAAD022C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40" y="1305518"/>
            <a:ext cx="6426200" cy="5267235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생성된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SU2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파일을 위해 </a:t>
            </a:r>
            <a:r>
              <a:rPr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turb_naca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파일을 눌러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</a:t>
            </a:r>
            <a:r>
              <a:rPr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Mach_number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변경해준 뒤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파일 이름과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airfoil, </a:t>
            </a:r>
            <a:r>
              <a:rPr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farfield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등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내용을 수정해줍니다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buFontTx/>
              <a:buChar char="-"/>
            </a:pPr>
            <a:r>
              <a:rPr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Cmd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열어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</a:t>
            </a:r>
            <a:r>
              <a:rPr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mpiexec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–n 4 SU2.exe </a:t>
            </a:r>
            <a:r>
              <a:rPr lang="en-US" altLang="ko-KR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turb_naca.cfg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실행해 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22A40F68-0E69-F421-0912-41D5CBD7D04F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4A005A-929D-89A8-2AA7-3B086235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73" y="1218722"/>
            <a:ext cx="4935401" cy="5440834"/>
          </a:xfrm>
          <a:prstGeom prst="rect">
            <a:avLst/>
          </a:prstGeom>
        </p:spPr>
      </p:pic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AE9B83-21DF-CC11-A1DA-08D98C5F9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40" y="4822232"/>
            <a:ext cx="64262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2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A9832-DBE1-E9FA-5826-F5DC8273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24A6DC-8D19-9D2B-4110-5B7F933E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EFBE0A-5E6F-63B8-BE8C-C1E5E783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0C5120-7F84-D865-3CCD-064B8D609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40" y="1305518"/>
            <a:ext cx="11632688" cy="5267235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생성된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flow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열어준 뒤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Solid Color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Pressure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변경해줍니다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-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색상은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Turbo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변경합니다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B996B9FB-04B6-3F41-6D0A-9B161333B168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1059F6-EA9B-B578-4510-804124539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736" y="1305517"/>
            <a:ext cx="5805592" cy="3551759"/>
          </a:xfrm>
          <a:prstGeom prst="rect">
            <a:avLst/>
          </a:prstGeom>
        </p:spPr>
      </p:pic>
      <p:pic>
        <p:nvPicPr>
          <p:cNvPr id="10" name="그림 9" descr="다채로움, 스크린샷, 그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DE3F85-A14F-CE79-6B5D-C845C4648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02" y="3020995"/>
            <a:ext cx="5696963" cy="371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38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EF2AB-7A05-086D-91D5-20BA9D02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971BE38-8182-A725-CD22-2CE8E542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A6C9DB-19A9-088B-7E86-3547EBAD9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85240"/>
            <a:ext cx="4288050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Gmarket Sans Bold" panose="02000000000000000000" pitchFamily="2" charset="-128"/>
                <a:ea typeface="Gmarket Sans Bold" panose="02000000000000000000" pitchFamily="2" charset="-128"/>
                <a:cs typeface="Gill Sans" panose="020B0502020104020203" pitchFamily="34" charset="-79"/>
              </a:rPr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36873-83D2-0780-23EA-86BE51258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40" y="1305518"/>
            <a:ext cx="11632688" cy="5267235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확대를 해주면 다음과 같은 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에어포일을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볼 수 있습니다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ED7053BA-847A-A849-CDA8-C6D76DB5F7A3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그림 7" descr="다채로움, 예술, 무지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772C31-E1FD-A08C-528B-C9F93A4F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06" y="1755316"/>
            <a:ext cx="9331139" cy="48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94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428</Words>
  <Application>Microsoft Macintosh PowerPoint</Application>
  <PresentationFormat>와이드스크린</PresentationFormat>
  <Paragraphs>68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Gmarket Sans Bold</vt:lpstr>
      <vt:lpstr>Gmarket Sans Medium</vt:lpstr>
      <vt:lpstr>Arial</vt:lpstr>
      <vt:lpstr>Gill Sans</vt:lpstr>
      <vt:lpstr>Gill Sans SemiBold</vt:lpstr>
      <vt:lpstr>Office 테마</vt:lpstr>
      <vt:lpstr>전산유체해석실습 보고서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  <vt:lpstr>SU2 실습 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수연 유</dc:creator>
  <cp:lastModifiedBy>수연 유</cp:lastModifiedBy>
  <cp:revision>15</cp:revision>
  <dcterms:created xsi:type="dcterms:W3CDTF">2025-09-17T02:49:37Z</dcterms:created>
  <dcterms:modified xsi:type="dcterms:W3CDTF">2025-10-16T14:07:13Z</dcterms:modified>
</cp:coreProperties>
</file>