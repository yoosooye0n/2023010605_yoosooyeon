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3" r:id="rId3"/>
    <p:sldId id="264" r:id="rId4"/>
    <p:sldId id="265" r:id="rId5"/>
    <p:sldId id="266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3"/>
    <p:restoredTop sz="94649"/>
  </p:normalViewPr>
  <p:slideViewPr>
    <p:cSldViewPr snapToGrid="0">
      <p:cViewPr varScale="1">
        <p:scale>
          <a:sx n="117" d="100"/>
          <a:sy n="117" d="100"/>
        </p:scale>
        <p:origin x="176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A5F320-0BA0-934E-BEB5-C63575E9E27D}" type="datetimeFigureOut">
              <a:rPr kumimoji="1" lang="ko-KR" altLang="en-US" smtClean="0"/>
              <a:t>2025. 12. 2.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5276A5-92BB-034C-BAD8-C5B0AE0D296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41237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276A5-92BB-034C-BAD8-C5B0AE0D296B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8836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D3363-D98C-3820-A644-2FA44610F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1BB059-8036-E8B0-06DC-9FB60AD8DE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9D0583-CAAC-9A91-B761-79EE107C9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00E3BA-4443-2EA7-55F7-511FA17082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276A5-92BB-034C-BAD8-C5B0AE0D296B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86545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CDED6-68D4-3A96-4907-9BFF700C2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449BDF-76D9-BA1A-7085-E309DA07E6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419274-CC7F-77E9-0DBD-443B9C0E2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C94081-8634-772F-D70C-FE064FC27F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276A5-92BB-034C-BAD8-C5B0AE0D296B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6697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BD2E1-0CD9-994D-4980-1796F4234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91266F-BE0A-CC69-A56C-5D6D7D779E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5B78A2-51EB-856F-03A1-4B7FD737A8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E45DE2-948A-62F5-94EA-BC2BDE77E9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276A5-92BB-034C-BAD8-C5B0AE0D296B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51023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00EB2C-4141-6EB0-CF31-EECD087E29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B4E5252-ABF1-5A80-83EA-0F429133C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69A7DB-945C-FC62-588D-DECCA31F2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2025. 12. 2.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BEFAAB-F0D5-93A5-0420-57D595315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AA0F1F-CD95-2ADC-5735-50D2B058F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13365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7E79A7-E746-48B6-9586-DD1F56F07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F98F21-3805-DC3F-7391-372734F81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FDF4E1-6B8B-8D65-5843-E9DA53088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2025. 12. 2.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30D1B9-26B3-CB3D-457A-E423E081F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4EAECC-99F3-73D9-0A09-DFEE0911A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51826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204A07-4492-2E96-5055-898D31934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841A7C-F83E-575C-E5BD-D8B772020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99D7AF-45B6-1B13-23B2-CBC2BB7F3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2025. 12. 2.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4703BC-94BD-92DF-4DAF-FA63B9B1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65664D-8A63-C0CF-80E7-672B25E16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41398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939E62-12E2-48EF-2B48-B03C76FA2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3EB30F-49AA-1876-A3A8-B5B75C8D66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500DAD-EECB-5F51-946B-95AE34304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78C835-2D7B-C1D2-8C35-6FA556BAB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2025. 12. 2.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B9EC01-C59F-E535-88E5-063C6998C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882BD6-975D-8891-F433-AEC07F60F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61332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C4B3C5-F743-82A1-6BF1-FF80D5C57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4CBE98-DD71-BA6A-334E-4FB34CBE2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A201B7-700F-B28B-A7CD-1C2FE4A263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782B231-2119-01DF-631F-050700EEA8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0512946-3487-A2D9-282D-A55D6BCCD7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20DD54C-E2C4-A136-9F26-C41C1A09F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2025. 12. 2.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8840A3B-EC5E-ACF3-E95E-BCAED04CA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B7D9D11-E414-BE4A-0833-BCE42F63D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46668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BC2CBD-F75F-C277-BCEA-3EBEAC522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21E3AE-32F4-C435-E30B-5D1569663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2025. 12. 2.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BCA4F2B-316D-A6D6-12B4-142EBBC2A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217DA0F-6481-DDB7-06F5-41B5C52E2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80856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30D398D-EFFA-64EA-9AFB-6187762A7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2025. 12. 2.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620B096-BC1A-D274-999A-A194BD2B4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7D8535-772A-61C8-BC54-7370C11B1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91850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E8CE0D-7DCC-7276-8F4E-D74222FC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BED4B2-408B-085A-083B-25AB276CC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0FA66F-B853-019C-31EE-DFEE55BCA3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5AD806-479B-AB48-5B8B-DFAB5C9D7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2025. 12. 2.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54F6CC-1740-3C5D-B924-48E4FF313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AF5A58-9618-F3DD-C83B-062D071A8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28223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2D6581-D60B-14A7-A810-008EC735A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A97C583-5027-07FB-7808-875F546283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92B5CF-76E3-E6CA-07F2-AB00E4E43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703CBD-0B0F-7313-F519-F053C6866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2025. 12. 2.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1B8072D-99CD-4623-06D0-A3AE11D32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935B0A-C960-0A75-93B0-9747F1ADB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12971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155783-DA3E-C66F-5B10-70A090892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6C9046-F8FC-D6D5-D5A4-92CD4AF7DF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941108-0B1B-7753-1763-C2753CEDD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2025. 12. 2.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CB05A6-8BAE-FA4A-A534-AC639E910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3E4747-6E7E-15CF-6DD3-EAB69EDC0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95871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4061755-DCF2-5EE9-B5D8-F6CF6E507F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A04631-607C-99BA-0B54-08F4E68C0E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801819-8CD9-BF43-EBD8-964CE1566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2025. 12. 2.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392570-E609-6299-85C9-1214E41DC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9B83E9-399D-311F-6B15-6960D9E97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9742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FA25B2-B229-BE56-CF93-292142CF5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D7FA9C-D323-E425-DCE8-7A8CD93F0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7B4EDC-24E3-58BD-E9F7-40732E454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F2EDB4-4248-0D4F-A2E0-3494E2E745D6}" type="datetimeFigureOut">
              <a:rPr kumimoji="1" lang="ko-KR" altLang="en-US" smtClean="0"/>
              <a:t>2025. 12. 2.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7EFD2E-B472-F059-68FB-18A8FCEDF1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DB3E17-A478-8239-A997-004FC02CF0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36446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8B3185-64CD-BA5C-98D3-355E0208B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76777"/>
            <a:ext cx="9144000" cy="2387600"/>
          </a:xfrm>
        </p:spPr>
        <p:txBody>
          <a:bodyPr>
            <a:normAutofit/>
          </a:bodyPr>
          <a:lstStyle/>
          <a:p>
            <a:r>
              <a:rPr kumimoji="1" lang="ko-KR" altLang="en-US" b="1" dirty="0" err="1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전산유체해석실습</a:t>
            </a:r>
            <a:r>
              <a:rPr kumimoji="1" lang="ko-KR" altLang="en-US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 보고서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3E965E2-4E94-792D-1556-8F2A150693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2742" y="4687423"/>
            <a:ext cx="9144000" cy="1655762"/>
          </a:xfrm>
        </p:spPr>
        <p:txBody>
          <a:bodyPr>
            <a:normAutofit/>
          </a:bodyPr>
          <a:lstStyle/>
          <a:p>
            <a:pPr algn="r"/>
            <a:endParaRPr kumimoji="1" lang="en-US" altLang="ko-KR" sz="2000" b="1" dirty="0">
              <a:latin typeface="NanumGothic" panose="020D0604000000000000" pitchFamily="34" charset="-127"/>
              <a:ea typeface="NanumGothic" panose="020D0604000000000000" pitchFamily="34" charset="-127"/>
              <a:cs typeface="Gill Sans SemiBold" panose="020B0502020104020203" pitchFamily="34" charset="-79"/>
            </a:endParaRPr>
          </a:p>
          <a:p>
            <a:pPr algn="r"/>
            <a:r>
              <a:rPr kumimoji="1" lang="en-US" altLang="ko-KR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12</a:t>
            </a:r>
            <a:r>
              <a:rPr kumimoji="1" lang="ko-KR" altLang="en-US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월 </a:t>
            </a:r>
            <a:r>
              <a:rPr kumimoji="1" lang="en-US" altLang="ko-KR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2</a:t>
            </a:r>
            <a:r>
              <a:rPr kumimoji="1" lang="ko-KR" altLang="en-US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일</a:t>
            </a:r>
            <a:endParaRPr kumimoji="1" lang="en-US" altLang="ko-KR" sz="2000" b="1" dirty="0">
              <a:latin typeface="NanumGothic" panose="020D0604000000000000" pitchFamily="34" charset="-127"/>
              <a:ea typeface="NanumGothic" panose="020D0604000000000000" pitchFamily="34" charset="-127"/>
              <a:cs typeface="Gill Sans SemiBold" panose="020B0502020104020203" pitchFamily="34" charset="-79"/>
            </a:endParaRPr>
          </a:p>
          <a:p>
            <a:pPr algn="r"/>
            <a:r>
              <a:rPr kumimoji="1" lang="ko-KR" altLang="en-US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항공기계공학과</a:t>
            </a:r>
            <a:endParaRPr kumimoji="1" lang="en-US" altLang="ko-KR" sz="2000" b="1" dirty="0">
              <a:latin typeface="NanumGothic" panose="020D0604000000000000" pitchFamily="34" charset="-127"/>
              <a:ea typeface="NanumGothic" panose="020D0604000000000000" pitchFamily="34" charset="-127"/>
              <a:cs typeface="Gill Sans SemiBold" panose="020B0502020104020203" pitchFamily="34" charset="-79"/>
            </a:endParaRPr>
          </a:p>
          <a:p>
            <a:pPr algn="r"/>
            <a:r>
              <a:rPr kumimoji="1" lang="en-US" altLang="ko-KR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2023010605</a:t>
            </a:r>
            <a:r>
              <a:rPr kumimoji="1" lang="ko-KR" altLang="en-US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 유수연</a:t>
            </a:r>
          </a:p>
        </p:txBody>
      </p:sp>
    </p:spTree>
    <p:extLst>
      <p:ext uri="{BB962C8B-B14F-4D97-AF65-F5344CB8AC3E}">
        <p14:creationId xmlns:p14="http://schemas.microsoft.com/office/powerpoint/2010/main" val="2442575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9AE88F-7346-3722-8778-47B45C45A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B56F419-ABC0-6C5F-5D4E-A53E3E4FD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F9BE1EF-82B2-CE09-A468-1A2889D6D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75" y="210810"/>
            <a:ext cx="11455402" cy="735038"/>
          </a:xfrm>
        </p:spPr>
        <p:txBody>
          <a:bodyPr anchor="ctr">
            <a:normAutofit/>
          </a:bodyPr>
          <a:lstStyle/>
          <a:p>
            <a:r>
              <a:rPr kumimoji="1" lang="en-US" altLang="ko-KR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SU2</a:t>
            </a:r>
            <a:r>
              <a:rPr kumimoji="1" lang="ko-KR" altLang="en-US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 실습 과제 </a:t>
            </a:r>
            <a:r>
              <a:rPr kumimoji="1" lang="en-US" altLang="ko-KR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–</a:t>
            </a:r>
            <a:r>
              <a:rPr kumimoji="1" lang="ko-KR" altLang="en-US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 공력형상 최적 설계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30B5CC-4D33-2CC6-C7B3-CCBB464B6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639" y="1305518"/>
            <a:ext cx="11497935" cy="4628407"/>
          </a:xfrm>
        </p:spPr>
        <p:txBody>
          <a:bodyPr anchor="t">
            <a:normAutofit/>
          </a:bodyPr>
          <a:lstStyle/>
          <a:p>
            <a:pPr>
              <a:buFontTx/>
              <a:buChar char="-"/>
            </a:pPr>
            <a:endParaRPr kumimoji="1" lang="en-US" altLang="ko-KR" sz="2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>
              <a:buNone/>
            </a:pPr>
            <a:endParaRPr kumimoji="1" lang="en-US" altLang="ko-KR" sz="2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74C37323-112C-7383-703A-B3CAB1082C26}"/>
              </a:ext>
            </a:extLst>
          </p:cNvPr>
          <p:cNvCxnSpPr/>
          <p:nvPr/>
        </p:nvCxnSpPr>
        <p:spPr>
          <a:xfrm>
            <a:off x="163629" y="1020278"/>
            <a:ext cx="118486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D27F09-D271-3F79-3991-275434D24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75" y="1773092"/>
            <a:ext cx="7112000" cy="3568700"/>
          </a:xfrm>
          <a:prstGeom prst="rect">
            <a:avLst/>
          </a:prstGeom>
        </p:spPr>
      </p:pic>
      <p:pic>
        <p:nvPicPr>
          <p:cNvPr id="13" name="그림 12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EA9633-FD17-52FB-727F-ECADF3642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88" y="5809365"/>
            <a:ext cx="6667500" cy="723900"/>
          </a:xfrm>
          <a:prstGeom prst="rect">
            <a:avLst/>
          </a:prstGeom>
        </p:spPr>
      </p:pic>
      <p:pic>
        <p:nvPicPr>
          <p:cNvPr id="15" name="그림 14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3C9709-27FA-24C0-124B-F23CF8BD64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5214" y="3477695"/>
            <a:ext cx="4140200" cy="27559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C76505E-E9CD-BEBE-DDDA-DCC2DDFAC4DB}"/>
              </a:ext>
            </a:extLst>
          </p:cNvPr>
          <p:cNvSpPr txBox="1"/>
          <p:nvPr/>
        </p:nvSpPr>
        <p:spPr>
          <a:xfrm>
            <a:off x="8427883" y="1647249"/>
            <a:ext cx="2633926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b="1" dirty="0"/>
              <a:t>유동 조건</a:t>
            </a:r>
            <a:endParaRPr kumimoji="1" lang="en-US" altLang="ko-KR" sz="2000" b="1" dirty="0"/>
          </a:p>
          <a:p>
            <a:r>
              <a:rPr kumimoji="1" lang="en-US" altLang="ko-KR" dirty="0"/>
              <a:t>Pressure = 101325 Pa</a:t>
            </a:r>
          </a:p>
          <a:p>
            <a:r>
              <a:rPr kumimoji="1" lang="en-US" altLang="ko-KR" dirty="0"/>
              <a:t>Temperature = 273.15K</a:t>
            </a:r>
          </a:p>
          <a:p>
            <a:r>
              <a:rPr kumimoji="1" lang="en-US" altLang="ko-KR" dirty="0"/>
              <a:t>Mach number = 0.8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2746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DB8BCB-3D36-1295-6DBB-6375C4F5A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7DF1D5E-E2F7-BA4C-0468-E98E88F65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1221BFB-D548-05E5-96C8-777DB9F18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75" y="210810"/>
            <a:ext cx="11455402" cy="735038"/>
          </a:xfrm>
        </p:spPr>
        <p:txBody>
          <a:bodyPr anchor="ctr">
            <a:normAutofit/>
          </a:bodyPr>
          <a:lstStyle/>
          <a:p>
            <a:r>
              <a:rPr kumimoji="1" lang="en-US" altLang="ko-KR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SU2</a:t>
            </a:r>
            <a:r>
              <a:rPr kumimoji="1" lang="ko-KR" altLang="en-US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 실습 과제 </a:t>
            </a:r>
            <a:r>
              <a:rPr kumimoji="1" lang="en-US" altLang="ko-KR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–</a:t>
            </a:r>
            <a:r>
              <a:rPr kumimoji="1" lang="ko-KR" altLang="en-US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 공력형상 최적 설계</a:t>
            </a: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1D96D1EB-BCF8-311C-4F79-071BD7C49BDE}"/>
              </a:ext>
            </a:extLst>
          </p:cNvPr>
          <p:cNvCxnSpPr/>
          <p:nvPr/>
        </p:nvCxnSpPr>
        <p:spPr>
          <a:xfrm>
            <a:off x="163629" y="1020278"/>
            <a:ext cx="118486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그림 5" descr="다채로움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36A2C7-20F8-5276-FDD9-FCCB3BCE9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426" y="1773641"/>
            <a:ext cx="5030460" cy="4445523"/>
          </a:xfrm>
          <a:prstGeom prst="rect">
            <a:avLst/>
          </a:prstGeom>
        </p:spPr>
      </p:pic>
      <p:pic>
        <p:nvPicPr>
          <p:cNvPr id="8" name="그림 7" descr="다채로움, 스크린샷, 그래픽 디자인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B2E314-C372-73CF-09A1-6D5098538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5726" y="1774371"/>
            <a:ext cx="4415869" cy="44447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677BA5B-53BA-E9E5-EE1F-EC214FCD7063}"/>
              </a:ext>
            </a:extLst>
          </p:cNvPr>
          <p:cNvSpPr txBox="1"/>
          <p:nvPr/>
        </p:nvSpPr>
        <p:spPr>
          <a:xfrm>
            <a:off x="2320040" y="6353916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[</a:t>
            </a:r>
            <a:r>
              <a:rPr kumimoji="1" lang="ko-KR" altLang="en-US" dirty="0"/>
              <a:t> </a:t>
            </a:r>
            <a:r>
              <a:rPr kumimoji="1" lang="en-US" altLang="ko-KR" dirty="0"/>
              <a:t>001 ]</a:t>
            </a:r>
            <a:endParaRPr kumimoji="1"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510D2E-0C5E-F35E-39DA-24A8DFC5C2D5}"/>
              </a:ext>
            </a:extLst>
          </p:cNvPr>
          <p:cNvSpPr txBox="1"/>
          <p:nvPr/>
        </p:nvSpPr>
        <p:spPr>
          <a:xfrm>
            <a:off x="9099085" y="6353916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[</a:t>
            </a:r>
            <a:r>
              <a:rPr kumimoji="1" lang="ko-KR" altLang="en-US" dirty="0"/>
              <a:t> </a:t>
            </a:r>
            <a:r>
              <a:rPr kumimoji="1" lang="en-US" altLang="ko-KR" dirty="0"/>
              <a:t>030 ]</a:t>
            </a:r>
            <a:endParaRPr kumimoji="1"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99CB43-13D2-8979-1CA9-5A9DD7DB76F4}"/>
              </a:ext>
            </a:extLst>
          </p:cNvPr>
          <p:cNvSpPr txBox="1"/>
          <p:nvPr/>
        </p:nvSpPr>
        <p:spPr>
          <a:xfrm>
            <a:off x="314426" y="1196905"/>
            <a:ext cx="1556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b="1" dirty="0" err="1"/>
              <a:t>압력장</a:t>
            </a:r>
            <a:r>
              <a:rPr kumimoji="1" lang="ko-KR" altLang="en-US" sz="2000" b="1" dirty="0"/>
              <a:t> 비교</a:t>
            </a:r>
          </a:p>
        </p:txBody>
      </p:sp>
    </p:spTree>
    <p:extLst>
      <p:ext uri="{BB962C8B-B14F-4D97-AF65-F5344CB8AC3E}">
        <p14:creationId xmlns:p14="http://schemas.microsoft.com/office/powerpoint/2010/main" val="3511984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F18DC0-702C-37DD-F419-A7D29C8F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52F021C-0693-649F-9953-DF067700E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8984208-25C7-4F28-C5F4-29F2886A4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75" y="210810"/>
            <a:ext cx="11455402" cy="735038"/>
          </a:xfrm>
        </p:spPr>
        <p:txBody>
          <a:bodyPr anchor="ctr">
            <a:normAutofit/>
          </a:bodyPr>
          <a:lstStyle/>
          <a:p>
            <a:r>
              <a:rPr kumimoji="1" lang="en-US" altLang="ko-KR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SU2</a:t>
            </a:r>
            <a:r>
              <a:rPr kumimoji="1" lang="ko-KR" altLang="en-US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 실습 과제 </a:t>
            </a:r>
            <a:r>
              <a:rPr kumimoji="1" lang="en-US" altLang="ko-KR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–</a:t>
            </a:r>
            <a:r>
              <a:rPr kumimoji="1" lang="ko-KR" altLang="en-US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 공력형상 최적 설계</a:t>
            </a: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F0EDB1D6-6904-B6A3-39D4-B0ACE3B825BE}"/>
              </a:ext>
            </a:extLst>
          </p:cNvPr>
          <p:cNvCxnSpPr/>
          <p:nvPr/>
        </p:nvCxnSpPr>
        <p:spPr>
          <a:xfrm>
            <a:off x="163629" y="1020278"/>
            <a:ext cx="118486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" name="그림 4" descr="그래프, 도표, 라인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84DB86-FCCF-10B5-39F5-468122AA7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477" y="2302329"/>
            <a:ext cx="5143500" cy="3124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2DCB48-7041-AF39-28C9-1CC09A7472AA}"/>
              </a:ext>
            </a:extLst>
          </p:cNvPr>
          <p:cNvSpPr txBox="1"/>
          <p:nvPr/>
        </p:nvSpPr>
        <p:spPr>
          <a:xfrm>
            <a:off x="7389588" y="5468390"/>
            <a:ext cx="3405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/>
              <a:t>[</a:t>
            </a:r>
            <a:r>
              <a:rPr kumimoji="1" lang="ko-KR" altLang="en-US" b="1" dirty="0"/>
              <a:t> </a:t>
            </a:r>
            <a:r>
              <a:rPr kumimoji="1" lang="en-US" altLang="ko-KR" b="1" dirty="0"/>
              <a:t>001</a:t>
            </a:r>
            <a:r>
              <a:rPr kumimoji="1" lang="ko-KR" altLang="en-US" b="1" dirty="0"/>
              <a:t>과 </a:t>
            </a:r>
            <a:r>
              <a:rPr kumimoji="1" lang="en-US" altLang="ko-KR" b="1" dirty="0"/>
              <a:t>030</a:t>
            </a:r>
            <a:r>
              <a:rPr kumimoji="1" lang="ko-KR" altLang="en-US" b="1" dirty="0"/>
              <a:t>의 압력계수 비교</a:t>
            </a:r>
            <a:r>
              <a:rPr kumimoji="1" lang="en-US" altLang="ko-KR" b="1" dirty="0"/>
              <a:t> ]</a:t>
            </a:r>
            <a:endParaRPr kumimoji="1" lang="ko-KR" altLang="en-US" b="1" dirty="0"/>
          </a:p>
        </p:txBody>
      </p:sp>
      <p:pic>
        <p:nvPicPr>
          <p:cNvPr id="17" name="그림 16" descr="도표, 라인, 그래프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09951A-847C-04FA-898C-29BC39A9D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23" y="1099979"/>
            <a:ext cx="4635500" cy="2781300"/>
          </a:xfrm>
          <a:prstGeom prst="rect">
            <a:avLst/>
          </a:prstGeom>
        </p:spPr>
      </p:pic>
      <p:pic>
        <p:nvPicPr>
          <p:cNvPr id="19" name="그림 18" descr="도표, 그래프, 라인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69FD22-7506-7CB1-7607-5BB3221EA3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023" y="3960979"/>
            <a:ext cx="4635500" cy="2781300"/>
          </a:xfrm>
          <a:prstGeom prst="rect">
            <a:avLst/>
          </a:prstGeom>
        </p:spPr>
      </p:pic>
      <p:sp>
        <p:nvSpPr>
          <p:cNvPr id="22" name="오른쪽 화살표[R] 21">
            <a:extLst>
              <a:ext uri="{FF2B5EF4-FFF2-40B4-BE49-F238E27FC236}">
                <a16:creationId xmlns:a16="http://schemas.microsoft.com/office/drawing/2014/main" id="{31C9FD6B-8088-9187-1C3A-D2A4BA836DFD}"/>
              </a:ext>
            </a:extLst>
          </p:cNvPr>
          <p:cNvSpPr/>
          <p:nvPr/>
        </p:nvSpPr>
        <p:spPr>
          <a:xfrm>
            <a:off x="5181600" y="3777343"/>
            <a:ext cx="1251857" cy="44631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87683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587CE5-AE39-B8A5-CC54-69D329F19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CF72264-5EA2-9F8C-E97C-E790A1877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CCB14E3-D275-7202-DD26-BA7DE1D3A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75" y="210810"/>
            <a:ext cx="11455402" cy="735038"/>
          </a:xfrm>
        </p:spPr>
        <p:txBody>
          <a:bodyPr anchor="ctr">
            <a:normAutofit/>
          </a:bodyPr>
          <a:lstStyle/>
          <a:p>
            <a:r>
              <a:rPr kumimoji="1" lang="en-US" altLang="ko-KR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SU2</a:t>
            </a:r>
            <a:r>
              <a:rPr kumimoji="1" lang="ko-KR" altLang="en-US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 실습 과제 </a:t>
            </a:r>
            <a:r>
              <a:rPr kumimoji="1" lang="en-US" altLang="ko-KR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–</a:t>
            </a:r>
            <a:r>
              <a:rPr kumimoji="1" lang="ko-KR" altLang="en-US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 공력형상 최적 설계</a:t>
            </a: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4E4881FA-0475-2E3B-4BDF-DFA0DF764410}"/>
              </a:ext>
            </a:extLst>
          </p:cNvPr>
          <p:cNvCxnSpPr/>
          <p:nvPr/>
        </p:nvCxnSpPr>
        <p:spPr>
          <a:xfrm>
            <a:off x="163629" y="1020278"/>
            <a:ext cx="118486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그림 3" descr="도표, 텍스트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6A6580-2449-D0FC-F998-B3F1FE7E0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832" y="1570522"/>
            <a:ext cx="4622800" cy="4267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B2C6F92-7463-954C-37A0-D9572D28E891}"/>
              </a:ext>
            </a:extLst>
          </p:cNvPr>
          <p:cNvSpPr txBox="1"/>
          <p:nvPr/>
        </p:nvSpPr>
        <p:spPr>
          <a:xfrm>
            <a:off x="3230814" y="5987855"/>
            <a:ext cx="19030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b="1" dirty="0"/>
              <a:t>항력계수 추이 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DD83840-2F91-DDC9-95D7-1B88DD045F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2734" y="1171788"/>
            <a:ext cx="3387620" cy="553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086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1190</TotalTime>
  <Words>72</Words>
  <Application>Microsoft Macintosh PowerPoint</Application>
  <PresentationFormat>와이드스크린</PresentationFormat>
  <Paragraphs>22</Paragraphs>
  <Slides>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NanumGothic</vt:lpstr>
      <vt:lpstr>Malgun Gothic</vt:lpstr>
      <vt:lpstr>Malgun Gothic</vt:lpstr>
      <vt:lpstr>NANUMGOTHIC EXTRABOLD</vt:lpstr>
      <vt:lpstr>Arial</vt:lpstr>
      <vt:lpstr>Office 테마</vt:lpstr>
      <vt:lpstr>전산유체해석실습 보고서</vt:lpstr>
      <vt:lpstr>SU2 실습 과제 – 공력형상 최적 설계</vt:lpstr>
      <vt:lpstr>SU2 실습 과제 – 공력형상 최적 설계</vt:lpstr>
      <vt:lpstr>SU2 실습 과제 – 공력형상 최적 설계</vt:lpstr>
      <vt:lpstr>SU2 실습 과제 – 공력형상 최적 설계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수연 유</dc:creator>
  <cp:lastModifiedBy>수연 유</cp:lastModifiedBy>
  <cp:revision>26</cp:revision>
  <dcterms:created xsi:type="dcterms:W3CDTF">2025-09-17T02:49:37Z</dcterms:created>
  <dcterms:modified xsi:type="dcterms:W3CDTF">2025-12-02T06:38:51Z</dcterms:modified>
</cp:coreProperties>
</file>