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43"/>
    <p:restoredTop sz="94658"/>
  </p:normalViewPr>
  <p:slideViewPr>
    <p:cSldViewPr snapToGrid="0">
      <p:cViewPr varScale="1">
        <p:scale>
          <a:sx n="106" d="100"/>
          <a:sy n="106" d="100"/>
        </p:scale>
        <p:origin x="11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A5F320-0BA0-934E-BEB5-C63575E9E27D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276A5-92BB-034C-BAD8-C5B0AE0D29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123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8836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E167-1F1D-8788-A149-4BAF0F99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74192A-E9B1-1B3C-6A95-FE8D42A3D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4A6781-F871-DD2B-E5D3-DBF614CDB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39DB7F-2222-D0CC-18D1-F6BA470A3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42097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3F24-917C-42F3-B813-B9317F794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01D0F9-3079-BBFC-ABC0-7BA238A61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7F473B-98FA-AFA4-8FF2-16E66526F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4D8183-F5A0-10C7-FA00-046D5366B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1039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FF56-9C26-A8C4-E05E-CE15F8DC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61EADC-B35D-BE26-08D9-9AEA31994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33DEC6A-AA58-4FE1-0861-6D5240B5F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A325C7-EBF3-CFEE-25BD-7C3940D70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3347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264E6-B222-963F-6A29-0F70CFBC9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2E4D2C-BC40-AE30-8127-BD18B86F9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3B8F08-C755-E46B-8984-E48DDA389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DAE8BF-3FCD-FD6E-5759-31D68A000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5276A5-92BB-034C-BAD8-C5B0AE0D296B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043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0EB2C-4141-6EB0-CF31-EECD087E2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4E5252-ABF1-5A80-83EA-0F429133C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69A7DB-945C-FC62-588D-DECCA31F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BEFAAB-F0D5-93A5-0420-57D595315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AA0F1F-CD95-2ADC-5735-50D2B058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336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E79A7-E746-48B6-9586-DD1F56F0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F98F21-3805-DC3F-7391-372734F81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FDF4E1-6B8B-8D65-5843-E9DA53088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0D1B9-26B3-CB3D-457A-E423E081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4EAECC-99F3-73D9-0A09-DFEE0911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182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204A07-4492-2E96-5055-898D3193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841A7C-F83E-575C-E5BD-D8B772020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99D7AF-45B6-1B13-23B2-CBC2BB7F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703BC-94BD-92DF-4DAF-FA63B9B1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5664D-8A63-C0CF-80E7-672B25E16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41398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9E62-12E2-48EF-2B48-B03C76FA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3EB30F-49AA-1876-A3A8-B5B75C8D6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500DAD-EECB-5F51-946B-95AE34304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78C835-2D7B-C1D2-8C35-6FA556BAB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B9EC01-C59F-E535-88E5-063C6998C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882BD6-975D-8891-F433-AEC07F60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6133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4B3C5-F743-82A1-6BF1-FF80D5C5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4CBE98-DD71-BA6A-334E-4FB34CBE2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A201B7-700F-B28B-A7CD-1C2FE4A263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2B231-2119-01DF-631F-050700EEA8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512946-3487-A2D9-282D-A55D6BCCD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20DD54C-E2C4-A136-9F26-C41C1A09F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840A3B-EC5E-ACF3-E95E-BCAED04CA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7D9D11-E414-BE4A-0833-BCE42F63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666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BC2CBD-F75F-C277-BCEA-3EBEAC522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21E3AE-32F4-C435-E30B-5D156966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CA4F2B-316D-A6D6-12B4-142EBBC2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17DA0F-6481-DDB7-06F5-41B5C52E2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8085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0D398D-EFFA-64EA-9AFB-6187762A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20B096-BC1A-D274-999A-A194BD2B4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D8535-772A-61C8-BC54-7370C11B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185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8CE0D-7DCC-7276-8F4E-D74222FC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ED4B2-408B-085A-083B-25AB276C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00FA66F-B853-019C-31EE-DFEE55BCA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5AD806-479B-AB48-5B8B-DFAB5C9D7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54F6CC-1740-3C5D-B924-48E4FF31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AF5A58-9618-F3DD-C83B-062D071A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822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D6581-D60B-14A7-A810-008EC735A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A97C583-5027-07FB-7808-875F546283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92B5CF-76E3-E6CA-07F2-AB00E4E43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703CBD-0B0F-7313-F519-F053C6866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B8072D-99CD-4623-06D0-A3AE11D3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935B0A-C960-0A75-93B0-9747F1ADB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297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55783-DA3E-C66F-5B10-70A09089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6C9046-F8FC-D6D5-D5A4-92CD4AF7DF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941108-0B1B-7753-1763-C2753CED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CB05A6-8BAE-FA4A-A534-AC639E910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3E4747-6E7E-15CF-6DD3-EAB69EDC0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587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061755-DCF2-5EE9-B5D8-F6CF6E507F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A04631-607C-99BA-0B54-08F4E68C0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801819-8CD9-BF43-EBD8-964CE156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392570-E609-6299-85C9-1214E41D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9B83E9-399D-311F-6B15-6960D9E9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742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FA25B2-B229-BE56-CF93-292142CF5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D7FA9C-D323-E425-DCE8-7A8CD93F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7B4EDC-24E3-58BD-E9F7-40732E454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F2EDB4-4248-0D4F-A2E0-3494E2E745D6}" type="datetimeFigureOut">
              <a:rPr kumimoji="1" lang="ko-KR" altLang="en-US" smtClean="0"/>
              <a:t>2025-12-04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7EFD2E-B472-F059-68FB-18A8FCEDF1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DB3E17-A478-8239-A997-004FC02CF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4ED83-5F45-914A-A556-10E215D7BC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3644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B3185-64CD-BA5C-98D3-355E0208B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6777"/>
            <a:ext cx="9144000" cy="2387600"/>
          </a:xfrm>
        </p:spPr>
        <p:txBody>
          <a:bodyPr>
            <a:normAutofit/>
          </a:bodyPr>
          <a:lstStyle/>
          <a:p>
            <a:r>
              <a:rPr kumimoji="1" lang="ko-KR" altLang="en-US" b="1" dirty="0" err="1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전산유체해석실습</a:t>
            </a:r>
            <a:r>
              <a:rPr kumimoji="1" lang="ko-KR" altLang="en-US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E965E2-4E94-792D-1556-8F2A15069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2742" y="4687423"/>
            <a:ext cx="9144000" cy="1655762"/>
          </a:xfrm>
        </p:spPr>
        <p:txBody>
          <a:bodyPr>
            <a:normAutofit/>
          </a:bodyPr>
          <a:lstStyle/>
          <a:p>
            <a:pPr algn="r"/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en-US" altLang="ko-KR" sz="2000" b="1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12</a:t>
            </a:r>
            <a:r>
              <a:rPr kumimoji="1" lang="ko-KR" altLang="en-US" sz="2000" b="1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월 </a:t>
            </a:r>
            <a:r>
              <a:rPr kumimoji="1" lang="en-US" altLang="ko-KR" sz="2000" b="1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4</a:t>
            </a:r>
            <a:r>
              <a:rPr kumimoji="1" lang="ko-KR" altLang="en-US" sz="2000" b="1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일</a:t>
            </a:r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항공기계공학과</a:t>
            </a:r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  <a:p>
            <a:pPr algn="r"/>
            <a:r>
              <a:rPr kumimoji="1"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2023010605</a:t>
            </a:r>
            <a:r>
              <a:rPr kumimoji="1"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 유수연</a:t>
            </a:r>
          </a:p>
        </p:txBody>
      </p:sp>
    </p:spTree>
    <p:extLst>
      <p:ext uri="{BB962C8B-B14F-4D97-AF65-F5344CB8AC3E}">
        <p14:creationId xmlns:p14="http://schemas.microsoft.com/office/powerpoint/2010/main" val="244257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AE88F-7346-3722-8778-47B45C45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B56F419-ABC0-6C5F-5D4E-A53E3E4FD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9BE1EF-82B2-CE09-A468-1A2889D6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</a:t>
            </a:r>
            <a:r>
              <a:rPr kumimoji="1" lang="ko-KR" altLang="en-US" sz="4000" b="1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과제 </a:t>
            </a:r>
            <a:r>
              <a:rPr kumimoji="1" lang="en-US" altLang="ko-KR" sz="4000" b="1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NASA4412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4C37323-112C-7383-703A-B3CAB1082C26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그림 7" descr="텍스트, 스크린샷, 블랙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2E87DF-1F96-30DA-992B-E89B7DA9B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225" y="1531756"/>
            <a:ext cx="6326752" cy="4814766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D02F0E4-8B62-7AF8-3A46-446A78C8A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40" y="1305518"/>
            <a:ext cx="4690302" cy="462840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kumimoji="1" lang="ko-KR" altLang="en-US" b="1">
                <a:latin typeface="Malgun Gothic" panose="020B0503020000020004" pitchFamily="34" charset="-127"/>
                <a:ea typeface="Malgun Gothic" panose="020B0503020000020004" pitchFamily="34" charset="-127"/>
              </a:rPr>
              <a:t>격자조건</a:t>
            </a:r>
            <a:endParaRPr kumimoji="1" lang="en-US" altLang="ko-KR" sz="2000" b="1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buFontTx/>
              <a:buChar char="-"/>
            </a:pPr>
            <a:r>
              <a:rPr kumimoji="1" lang="en-US" altLang="ko-KR" sz="2000">
                <a:latin typeface="Malgun Gothic" panose="020B0503020000020004" pitchFamily="34" charset="-127"/>
                <a:ea typeface="Malgun Gothic" panose="020B0503020000020004" pitchFamily="34" charset="-127"/>
              </a:rPr>
              <a:t>MACH_NUMBER = 0.09</a:t>
            </a:r>
          </a:p>
          <a:p>
            <a:pPr>
              <a:buFontTx/>
              <a:buChar char="-"/>
            </a:pPr>
            <a:r>
              <a:rPr kumimoji="1" lang="en-US" altLang="ko-KR" sz="2000">
                <a:latin typeface="Malgun Gothic" panose="020B0503020000020004" pitchFamily="34" charset="-127"/>
                <a:ea typeface="Malgun Gothic" panose="020B0503020000020004" pitchFamily="34" charset="-127"/>
              </a:rPr>
              <a:t>AOA = 13.87</a:t>
            </a:r>
          </a:p>
          <a:p>
            <a:pPr>
              <a:buFontTx/>
              <a:buChar char="-"/>
            </a:pPr>
            <a:r>
              <a:rPr kumimoji="1" lang="en-US" altLang="ko-KR" sz="2000">
                <a:latin typeface="Malgun Gothic" panose="020B0503020000020004" pitchFamily="34" charset="-127"/>
                <a:ea typeface="Malgun Gothic" panose="020B0503020000020004" pitchFamily="34" charset="-127"/>
              </a:rPr>
              <a:t>REYNOLDS_NUMBER = 1.52E6</a:t>
            </a:r>
          </a:p>
          <a:p>
            <a:pPr>
              <a:buFontTx/>
              <a:buChar char="-"/>
            </a:pPr>
            <a:endParaRPr kumimoji="1" lang="en-US" altLang="ko-KR" sz="2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kumimoji="1" lang="en-US" altLang="ko-KR" sz="2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2746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BAE9-1393-6BA1-D9D9-8528D2C09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BC03692-B01C-D042-4E8E-F6391D4A24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E60857-6316-9A1A-4905-6879C854A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E5C744-07A0-4F44-897E-E56CE279B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39" y="1305519"/>
            <a:ext cx="5812467" cy="988230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kumimoji="1" lang="en-US" altLang="ko-KR" sz="2000">
                <a:latin typeface="Malgun Gothic" panose="020B0503020000020004" pitchFamily="34" charset="-127"/>
                <a:ea typeface="Malgun Gothic" panose="020B0503020000020004" pitchFamily="34" charset="-127"/>
              </a:rPr>
              <a:t>Wireframe </a:t>
            </a:r>
            <a:r>
              <a:rPr kumimoji="1" lang="ko-KR" altLang="en-US" sz="2000">
                <a:latin typeface="Malgun Gothic" panose="020B0503020000020004" pitchFamily="34" charset="-127"/>
                <a:ea typeface="Malgun Gothic" panose="020B0503020000020004" pitchFamily="34" charset="-127"/>
              </a:rPr>
              <a:t>을 통해 격자를 생성한다</a:t>
            </a:r>
            <a:r>
              <a:rPr kumimoji="1" lang="en-US" altLang="ko-KR" sz="200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</a:p>
          <a:p>
            <a:pPr>
              <a:buFontTx/>
              <a:buChar char="-"/>
            </a:pPr>
            <a:r>
              <a:rPr kumimoji="1" lang="ko-KR" altLang="en-US" sz="2000">
                <a:latin typeface="Malgun Gothic" panose="020B0503020000020004" pitchFamily="34" charset="-127"/>
                <a:ea typeface="Malgun Gothic" panose="020B0503020000020004" pitchFamily="34" charset="-127"/>
              </a:rPr>
              <a:t>하단의 체크를 활성화하여 축을 생성한다</a:t>
            </a:r>
            <a:r>
              <a:rPr kumimoji="1" lang="en-US" altLang="ko-KR" sz="2000"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 marL="0" indent="0">
              <a:buNone/>
            </a:pPr>
            <a:endParaRPr kumimoji="1" lang="en-US" altLang="ko-KR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6108D360-C2A6-4BE6-D33F-614D8DFEFBCC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769E016-57F4-6744-9733-3356235765BE}"/>
              </a:ext>
            </a:extLst>
          </p:cNvPr>
          <p:cNvGrpSpPr/>
          <p:nvPr/>
        </p:nvGrpSpPr>
        <p:grpSpPr>
          <a:xfrm>
            <a:off x="673842" y="2713399"/>
            <a:ext cx="5224061" cy="2302617"/>
            <a:chOff x="5955083" y="1966126"/>
            <a:chExt cx="4947510" cy="2180721"/>
          </a:xfrm>
        </p:grpSpPr>
        <p:pic>
          <p:nvPicPr>
            <p:cNvPr id="5" name="그림 4" descr="텍스트, 스크린샷, 폰트, 번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FBEA1572-4227-B2C0-10DA-9DF3CAE71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55083" y="1966126"/>
              <a:ext cx="4947510" cy="2180721"/>
            </a:xfrm>
            <a:prstGeom prst="rect">
              <a:avLst/>
            </a:prstGeom>
          </p:spPr>
        </p:pic>
        <p:sp>
          <p:nvSpPr>
            <p:cNvPr id="11" name="액자 10">
              <a:extLst>
                <a:ext uri="{FF2B5EF4-FFF2-40B4-BE49-F238E27FC236}">
                  <a16:creationId xmlns:a16="http://schemas.microsoft.com/office/drawing/2014/main" id="{6FAC6B56-9553-DF52-A947-11EAB896AB06}"/>
                </a:ext>
              </a:extLst>
            </p:cNvPr>
            <p:cNvSpPr/>
            <p:nvPr/>
          </p:nvSpPr>
          <p:spPr>
            <a:xfrm>
              <a:off x="5974781" y="3681260"/>
              <a:ext cx="4881317" cy="465587"/>
            </a:xfrm>
            <a:prstGeom prst="frame">
              <a:avLst>
                <a:gd name="adj1" fmla="val 0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8" name="그림 17" descr="카민, 레드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FA5D88-4617-847B-4383-46711966B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8844" y="1649835"/>
            <a:ext cx="5849166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769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3646A-B6CD-3BD6-CF9C-D4783038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279ABF5-2AEF-2828-A155-C8964C578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F468D8-24B3-9F8B-2651-05448988B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FF017C-415C-34DC-F486-78C310B9A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91" y="777790"/>
            <a:ext cx="25177336" cy="912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313542736">
            <a:extLst>
              <a:ext uri="{FF2B5EF4-FFF2-40B4-BE49-F238E27FC236}">
                <a16:creationId xmlns:a16="http://schemas.microsoft.com/office/drawing/2014/main" id="{0DB0F325-EE0F-FDE6-2654-ED129662B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991" y="1371781"/>
            <a:ext cx="5176434" cy="460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35D925-DECD-EAC8-3B9C-5EDE4C9F9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5" y="1011837"/>
            <a:ext cx="5611882" cy="5260628"/>
          </a:xfrm>
          <a:prstGeom prst="rect">
            <a:avLst/>
          </a:prstGeom>
        </p:spPr>
      </p:pic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0D3AFF8A-DC6A-46C4-411F-B654C25CA741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부제목 2">
            <a:extLst>
              <a:ext uri="{FF2B5EF4-FFF2-40B4-BE49-F238E27FC236}">
                <a16:creationId xmlns:a16="http://schemas.microsoft.com/office/drawing/2014/main" id="{8936CAE3-A60B-E29A-E353-60CBA0969161}"/>
              </a:ext>
            </a:extLst>
          </p:cNvPr>
          <p:cNvSpPr txBox="1">
            <a:spLocks/>
          </p:cNvSpPr>
          <p:nvPr/>
        </p:nvSpPr>
        <p:spPr>
          <a:xfrm>
            <a:off x="5384900" y="6218603"/>
            <a:ext cx="1163894" cy="428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ko-KR" altLang="en-US" sz="2000" b="1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비교하기</a:t>
            </a:r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38107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8545F-C25A-EB83-F2ED-CFDA66685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32DA3BD-66FB-A8AC-9751-7D5863432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607459-0742-0AAD-F15D-9918426E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724E2AE4-C511-7FEE-7CEB-5AE7D902274F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E88A7B9-0400-32D7-A72E-5D10EC986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89" y="1533884"/>
            <a:ext cx="5193459" cy="4839506"/>
          </a:xfrm>
          <a:prstGeom prst="rect">
            <a:avLst/>
          </a:prstGeom>
        </p:spPr>
      </p:pic>
      <p:pic>
        <p:nvPicPr>
          <p:cNvPr id="2049" name="_x110758752">
            <a:extLst>
              <a:ext uri="{FF2B5EF4-FFF2-40B4-BE49-F238E27FC236}">
                <a16:creationId xmlns:a16="http://schemas.microsoft.com/office/drawing/2014/main" id="{F087543C-2112-2CBD-FD43-BF1BA7D2C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237" y="1533884"/>
            <a:ext cx="5443211" cy="483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44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644FD-5F85-AAA4-2EF2-D7200E332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D2E3A3B-8E31-A093-B1D3-3C493A08A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A833042-D83F-E6D1-E5D4-94EE80C0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5" y="210810"/>
            <a:ext cx="11455402" cy="735038"/>
          </a:xfrm>
        </p:spPr>
        <p:txBody>
          <a:bodyPr anchor="ctr">
            <a:normAutofit/>
          </a:bodyPr>
          <a:lstStyle/>
          <a:p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SU2</a:t>
            </a:r>
            <a:r>
              <a:rPr kumimoji="1" lang="ko-KR" altLang="en-US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 실습 과제 </a:t>
            </a:r>
            <a:r>
              <a:rPr kumimoji="1" lang="en-US" altLang="ko-KR" sz="4000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Gill Sans" panose="020B0502020104020203" pitchFamily="34" charset="-79"/>
              </a:rPr>
              <a:t>NASA Case_2565</a:t>
            </a:r>
            <a:endParaRPr kumimoji="1" lang="ko-KR" altLang="en-US" sz="4000" b="1" dirty="0">
              <a:latin typeface="NANUMGOTHIC EXTRABOLD" panose="020D0604000000000000" pitchFamily="34" charset="-127"/>
              <a:ea typeface="NANUMGOTHIC EXTRABOLD" panose="020D0604000000000000" pitchFamily="34" charset="-127"/>
              <a:cs typeface="Gill Sans" panose="020B0502020104020203" pitchFamily="34" charset="-79"/>
            </a:endParaRPr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0ECF3A5E-9656-20F7-0356-CEBAEE49C853}"/>
              </a:ext>
            </a:extLst>
          </p:cNvPr>
          <p:cNvCxnSpPr/>
          <p:nvPr/>
        </p:nvCxnSpPr>
        <p:spPr>
          <a:xfrm>
            <a:off x="163629" y="1020278"/>
            <a:ext cx="118486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073" name="_x110749240">
            <a:extLst>
              <a:ext uri="{FF2B5EF4-FFF2-40B4-BE49-F238E27FC236}">
                <a16:creationId xmlns:a16="http://schemas.microsoft.com/office/drawing/2014/main" id="{A315CDE4-7FF7-ACBD-44D8-9C83BF3D3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557" y="1317279"/>
            <a:ext cx="5349868" cy="475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ED6DE7A2-2E95-E3D9-B213-14EC5422DF3A}"/>
              </a:ext>
            </a:extLst>
          </p:cNvPr>
          <p:cNvSpPr txBox="1">
            <a:spLocks/>
          </p:cNvSpPr>
          <p:nvPr/>
        </p:nvSpPr>
        <p:spPr>
          <a:xfrm>
            <a:off x="5384900" y="6218603"/>
            <a:ext cx="1163894" cy="428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kumimoji="1" lang="ko-KR" altLang="en-US" sz="2000" b="1">
                <a:latin typeface="NanumGothic" panose="020D0604000000000000" pitchFamily="34" charset="-127"/>
                <a:ea typeface="NanumGothic" panose="020D0604000000000000" pitchFamily="34" charset="-127"/>
                <a:cs typeface="Gill Sans SemiBold" panose="020B0502020104020203" pitchFamily="34" charset="-79"/>
              </a:rPr>
              <a:t>비교하기</a:t>
            </a:r>
            <a:endParaRPr kumimoji="1" lang="en-US" altLang="ko-KR" sz="2000" b="1" dirty="0">
              <a:latin typeface="NanumGothic" panose="020D0604000000000000" pitchFamily="34" charset="-127"/>
              <a:ea typeface="NanumGothic" panose="020D0604000000000000" pitchFamily="34" charset="-127"/>
              <a:cs typeface="Gill Sans SemiBold" panose="020B0502020104020203" pitchFamily="34" charset="-79"/>
            </a:endParaRPr>
          </a:p>
        </p:txBody>
      </p:sp>
      <p:pic>
        <p:nvPicPr>
          <p:cNvPr id="5" name="그림 4" descr="그래프, 라인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D4FDD7-20F4-BF61-0C94-68C580459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575" y="1750829"/>
            <a:ext cx="6067201" cy="386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7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1225</TotalTime>
  <Words>74</Words>
  <Application>Microsoft Office PowerPoint</Application>
  <PresentationFormat>와이드스크린</PresentationFormat>
  <Paragraphs>23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NANUMGOTHIC EXTRABOLD</vt:lpstr>
      <vt:lpstr>NanumGothic</vt:lpstr>
      <vt:lpstr>맑은 고딕</vt:lpstr>
      <vt:lpstr>맑은 고딕</vt:lpstr>
      <vt:lpstr>Arial</vt:lpstr>
      <vt:lpstr>Office 테마</vt:lpstr>
      <vt:lpstr>전산유체해석실습 보고서</vt:lpstr>
      <vt:lpstr>SU2 실습 과제 NASA4412</vt:lpstr>
      <vt:lpstr>SU2 실습 과제 NASA Case_2565</vt:lpstr>
      <vt:lpstr>SU2 실습 과제 NASA Case_2565</vt:lpstr>
      <vt:lpstr>SU2 실습 과제 NASA Case_2565</vt:lpstr>
      <vt:lpstr>SU2 실습 과제 NASA Case_2565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수연 유</dc:creator>
  <cp:lastModifiedBy>Yujin Park</cp:lastModifiedBy>
  <cp:revision>30</cp:revision>
  <dcterms:created xsi:type="dcterms:W3CDTF">2025-09-17T02:49:37Z</dcterms:created>
  <dcterms:modified xsi:type="dcterms:W3CDTF">2025-12-04T12:16:44Z</dcterms:modified>
</cp:coreProperties>
</file>